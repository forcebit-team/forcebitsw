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728D-F284-93D0-3F1C-84E928D16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D4F58-225A-DA83-9282-5489A717F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8D76-E889-1F80-0BC7-AD8FD5D6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7DB50-297C-4EA2-D6BA-7B6AD612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02041-7948-B348-E625-FAEC8E50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175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C5C1-A943-036A-3CB1-9937C151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844E8-310C-5CC5-E13E-FF488C35E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22A5C-1D98-CF70-C26D-6B0070C2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57049-B096-8418-5177-ECFB557B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F44E-9827-CCA3-4075-D0B677BB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1277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85FF-E695-7509-16CC-DFE605FF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543B4-8B04-1586-D525-1CE705D2C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B61A8-4713-F21F-EC0A-B813F353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3CD05-FBCE-9DF9-BC1B-F600D8C6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9D77-C57D-1399-6100-C65E2ADA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6689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7A86-6DC9-0FFF-8BE4-895EACB1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5B18-D22F-3C94-4CFD-9A418207E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0628C-61B0-0332-332A-4384250A1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559A-BD5C-2137-9111-A7450085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A0C58-47DD-55E5-13F3-1E4F0B82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C07A4-2B28-EC53-52AB-108E1D8E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601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7460-E2C3-763F-41F0-AD166D5B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AABF-0454-E196-EE30-6D6AE94F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46F6D-0F99-2582-1D02-73E2812B1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FFAE5-ED51-84C5-81D5-1ACD24A4B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FFAF2-C67B-D9E4-C447-7304364D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AA13B-01C1-928E-1BD8-DFDAD0A6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20994-F9C9-8DA5-F099-ADB79C31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A81B5-1751-5331-AB96-E396923C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129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279D-7CBB-987F-2601-F6EB855C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EF978-3B0B-01A2-7FF5-3F04057C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24DC8-7FAA-5CA9-2F83-E5AD31CA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8B055-42EF-E7D2-8C39-15B97208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3756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E7291-0DA7-7691-4B03-6C954394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C1AA3-08D1-911C-004E-2DF031E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A21F9-5176-444C-9BD2-A2414FDD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398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1D614-F158-5F97-EF0F-F1CA5CD7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CDCF-4FB6-48D1-E8ED-99F7AFAA1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8A0B-C6E2-DBE6-9CD4-FC7CDF5BC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DD8EA-5EEA-0284-7801-EE569D8CF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BB69F-8743-9CD2-C0BC-D8EDDC68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01F16-6FA0-4BFD-89E8-BF74537F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5519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C50E-C312-5EF9-33C1-D59A79588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39B7E-EAC6-5B75-1DEC-D5D545E2F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DDA48-DF1F-C35B-6C64-9720ADD9B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C35DA-49E5-DED5-1632-644B8157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00CBB-A940-5215-EA93-0347A37D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70DB3-726D-AA91-7C88-E9E048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605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21B0-57EB-F6E4-9931-A1D9F2DF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82CE0-3845-1D34-AC9B-D01F34BA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20D50-DB6E-DB69-1ED2-BDE0F8DA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A94D8-443B-AAEE-20F6-737A9915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537EE-793B-58EF-E471-2569A228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6681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0324F-0174-378A-C34F-F1C3B54F6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43285-2523-1D1A-8885-169DA05AE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7F58C-464D-74AE-1FB6-2A57F1EB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60E38-18A3-39CA-C18F-E8E45308D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4A24B-BD96-464D-0D2C-40DFFBA4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9605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6CA0F-9467-A07C-70DE-A1871824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B347A-B982-31B3-EB2C-E3B842F7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3A3F0-59F6-F0B9-8F1C-F0EBDEA67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46F47-35BA-4B61-89AA-81566F5E49F8}" type="datetimeFigureOut">
              <a:rPr lang="en-BE" smtClean="0"/>
              <a:t>03/10/2025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9570F-CC8F-5366-50AE-799867055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3C660-E91C-847C-994C-11A01D8CB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01B3E-A38A-4A66-A485-19C9DF999E01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191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579991-CB5C-65D9-A438-70E9CBD533C5}"/>
              </a:ext>
            </a:extLst>
          </p:cNvPr>
          <p:cNvSpPr txBox="1"/>
          <p:nvPr/>
        </p:nvSpPr>
        <p:spPr>
          <a:xfrm>
            <a:off x="1032749" y="4841193"/>
            <a:ext cx="2855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Wrong!</a:t>
            </a:r>
          </a:p>
          <a:p>
            <a:r>
              <a:rPr lang="en-US" sz="1600" dirty="0"/>
              <a:t>The gateway requires at least 3A (15W) power source.</a:t>
            </a:r>
            <a:endParaRPr lang="en-BE" sz="1600" dirty="0"/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A18E490D-B738-44FD-9588-E9A343671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819" y="4802263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6484CD-A0E7-A687-A5B0-B3503ABE8B8D}"/>
              </a:ext>
            </a:extLst>
          </p:cNvPr>
          <p:cNvSpPr txBox="1"/>
          <p:nvPr/>
        </p:nvSpPr>
        <p:spPr>
          <a:xfrm>
            <a:off x="5189348" y="4802263"/>
            <a:ext cx="27112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Correct!</a:t>
            </a:r>
          </a:p>
          <a:p>
            <a:r>
              <a:rPr lang="en-US" sz="1600" dirty="0"/>
              <a:t>The gateway makes a seamless connection when powered with an adapter.</a:t>
            </a:r>
            <a:endParaRPr lang="en-BE" sz="1600" dirty="0"/>
          </a:p>
        </p:txBody>
      </p:sp>
      <p:pic>
        <p:nvPicPr>
          <p:cNvPr id="10" name="Graphic 9" descr="Badge Tick1 with solid fill">
            <a:extLst>
              <a:ext uri="{FF2B5EF4-FFF2-40B4-BE49-F238E27FC236}">
                <a16:creationId xmlns:a16="http://schemas.microsoft.com/office/drawing/2014/main" id="{AD80095F-455D-D119-7439-60D47043F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74948" y="4802263"/>
            <a:ext cx="914400" cy="914400"/>
          </a:xfrm>
          <a:prstGeom prst="rect">
            <a:avLst/>
          </a:prstGeom>
        </p:spPr>
      </p:pic>
      <p:pic>
        <p:nvPicPr>
          <p:cNvPr id="12" name="Picture 11" descr="A computer with a yellow cable attached to it&#10;&#10;AI-generated content may be incorrect.">
            <a:extLst>
              <a:ext uri="{FF2B5EF4-FFF2-40B4-BE49-F238E27FC236}">
                <a16:creationId xmlns:a16="http://schemas.microsoft.com/office/drawing/2014/main" id="{31178160-814B-4968-307E-ED9C437E6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1224740"/>
            <a:ext cx="3807530" cy="2855647"/>
          </a:xfrm>
          <a:prstGeom prst="rect">
            <a:avLst/>
          </a:prstGeom>
        </p:spPr>
      </p:pic>
      <p:pic>
        <p:nvPicPr>
          <p:cNvPr id="16" name="Picture 15" descr="A black cord plugged into a wall&#10;&#10;AI-generated content may be incorrect.">
            <a:extLst>
              <a:ext uri="{FF2B5EF4-FFF2-40B4-BE49-F238E27FC236}">
                <a16:creationId xmlns:a16="http://schemas.microsoft.com/office/drawing/2014/main" id="{B6E73648-20D4-DE4C-3CCA-82706102FF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948" y="1224740"/>
            <a:ext cx="3807530" cy="2855648"/>
          </a:xfrm>
          <a:prstGeom prst="rect">
            <a:avLst/>
          </a:prstGeom>
        </p:spPr>
      </p:pic>
      <p:pic>
        <p:nvPicPr>
          <p:cNvPr id="18" name="Picture 17" descr="A black rectangular device with a yellow cable&#10;&#10;AI-generated content may be incorrect.">
            <a:extLst>
              <a:ext uri="{FF2B5EF4-FFF2-40B4-BE49-F238E27FC236}">
                <a16:creationId xmlns:a16="http://schemas.microsoft.com/office/drawing/2014/main" id="{77961920-1510-6F09-9D12-761D5ACC7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368" y="1224740"/>
            <a:ext cx="3807529" cy="28556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D77309-9159-3B7A-3584-ABFA4B7D3D58}"/>
              </a:ext>
            </a:extLst>
          </p:cNvPr>
          <p:cNvSpPr txBox="1"/>
          <p:nvPr/>
        </p:nvSpPr>
        <p:spPr>
          <a:xfrm>
            <a:off x="9217768" y="4802263"/>
            <a:ext cx="2829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Correct!</a:t>
            </a:r>
          </a:p>
          <a:p>
            <a:r>
              <a:rPr lang="en-US" sz="1600" dirty="0"/>
              <a:t>If the </a:t>
            </a:r>
            <a:r>
              <a:rPr lang="en-US" sz="1600" dirty="0" err="1"/>
              <a:t>powerbank</a:t>
            </a:r>
            <a:r>
              <a:rPr lang="en-US" sz="1600" dirty="0"/>
              <a:t> provides 3A (15W) stable connection all the time.</a:t>
            </a:r>
            <a:endParaRPr lang="en-BE" sz="1600" dirty="0"/>
          </a:p>
        </p:txBody>
      </p:sp>
      <p:pic>
        <p:nvPicPr>
          <p:cNvPr id="20" name="Graphic 19" descr="Badge Tick1 with solid fill">
            <a:extLst>
              <a:ext uri="{FF2B5EF4-FFF2-40B4-BE49-F238E27FC236}">
                <a16:creationId xmlns:a16="http://schemas.microsoft.com/office/drawing/2014/main" id="{C3047896-2329-ADDF-64FD-677C82B3A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3368" y="4802263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68ED55-5BE5-773E-5B96-58CC33390419}"/>
              </a:ext>
            </a:extLst>
          </p:cNvPr>
          <p:cNvSpPr txBox="1"/>
          <p:nvPr/>
        </p:nvSpPr>
        <p:spPr>
          <a:xfrm>
            <a:off x="563105" y="4208206"/>
            <a:ext cx="293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Powering gateway with a PC</a:t>
            </a:r>
            <a:endParaRPr lang="en-B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B01132-08FB-15A8-52A5-BAF3B986E422}"/>
              </a:ext>
            </a:extLst>
          </p:cNvPr>
          <p:cNvSpPr txBox="1"/>
          <p:nvPr/>
        </p:nvSpPr>
        <p:spPr>
          <a:xfrm>
            <a:off x="4321124" y="4208206"/>
            <a:ext cx="3549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Powering gateway with an adapter</a:t>
            </a:r>
            <a:endParaRPr lang="en-B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B38DBA-BCAD-07CF-1B5B-832CB91E8547}"/>
              </a:ext>
            </a:extLst>
          </p:cNvPr>
          <p:cNvSpPr txBox="1"/>
          <p:nvPr/>
        </p:nvSpPr>
        <p:spPr>
          <a:xfrm>
            <a:off x="8303368" y="4208206"/>
            <a:ext cx="380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Powering gateway with a </a:t>
            </a:r>
            <a:r>
              <a:rPr lang="en-US" dirty="0" err="1"/>
              <a:t>powerbank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77378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Emin Oguz Inci</dc:creator>
  <cp:lastModifiedBy>Emin Oguz Inci</cp:lastModifiedBy>
  <cp:revision>1</cp:revision>
  <dcterms:created xsi:type="dcterms:W3CDTF">2025-10-03T09:35:15Z</dcterms:created>
  <dcterms:modified xsi:type="dcterms:W3CDTF">2025-10-03T10:16:29Z</dcterms:modified>
</cp:coreProperties>
</file>